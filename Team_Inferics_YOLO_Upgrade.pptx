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TEAM INFERICS  /  SIH 2026  /  DETECTOR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1089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3093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01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11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40">
                <a:solidFill>
                  <a:srgbClr val="4FD1C5"/>
                </a:solidFill>
                <a:latin typeface="Consolas"/>
              </a:rPr>
              <a:t>JUDGES' FEEDBACK, ACTIONED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>
                <a:solidFill>
                  <a:srgbClr val="E7EBF2"/>
                </a:solidFill>
                <a:latin typeface="Arial Black"/>
              </a:rPr>
              <a:t>We swapped the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>
                <a:solidFill>
                  <a:srgbClr val="FF8A3D"/>
                </a:solidFill>
                <a:latin typeface="Arial Black"/>
              </a:rPr>
              <a:t>and measured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97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8FA0BC"/>
                </a:solidFill>
                <a:latin typeface="Segoe UI"/>
              </a:rPr>
              <a:t>A YOLO11-seg detector, trained on the same sites, scored against the same held-out ground truth by the same protocol — and it wins.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140">
                <a:solidFill>
                  <a:srgbClr val="4FD1C5"/>
                </a:solidFill>
                <a:latin typeface="Consolas"/>
              </a:rPr>
              <a:t>YOLO 0.532 IoU   ·   U-NET 0.526   ·   SAM 0.221   ·   CLASSICAL OPENCV 0.082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TEAM INFERICS  /  SIH 2026  /  DETECTOR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1089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CLARIFICATION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3093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02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40">
                <a:solidFill>
                  <a:srgbClr val="E57373"/>
                </a:solidFill>
                <a:latin typeface="Consolas"/>
              </a:rPr>
              <a:t>FIRST, A CORRECTION WORTH 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E7EBF2"/>
                </a:solidFill>
                <a:latin typeface="Arial Black"/>
              </a:rPr>
              <a:t>OpenCV was never our detector.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76856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23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E57373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8658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The 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A U-Net (ResNet18 encoder) in PyTorch produced the parcel masks. That is the deep-learning model, and it is what the accuracy numbers belonged 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423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E57373"/>
                </a:solidFill>
                <a:latin typeface="Consolas"/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35224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81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E57373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449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OpenCV's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8152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Turning predicted masks into polygons: contour tracing, Douglas-Peucker simplification, area, vertex count, rotation angle. Post-processing, not detection.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0815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E57373"/>
                </a:solidFill>
                <a:latin typeface="Consolas"/>
              </a:rPr>
              <a:t>VECTORISE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93591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7398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E57373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The one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739896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A separate classical CLAHE/edge heuristic — genuinely OpenCV-only, no learning. It scores 0.082 IoU. That is the thing worth replacing, and it already was.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7398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E57373"/>
                </a:solidFill>
                <a:latin typeface="Consolas"/>
              </a:rPr>
              <a:t>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251959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2120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So we swapped the detector for YOLO and kept the identical vectorisation stage — the only way a comparison isolates the model rather than the post-processing.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TEAM INFERICS  /  SIH 2026  /  DETECTOR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1089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3093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03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40">
                <a:solidFill>
                  <a:srgbClr val="FF8A3D"/>
                </a:solidFill>
                <a:latin typeface="Consolas"/>
              </a:rPr>
              <a:t>WHAT WE BUILT, IN ONE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E7EBF2"/>
                </a:solidFill>
                <a:latin typeface="Arial Black"/>
              </a:rPr>
              <a:t>A fair experiment, not a demo.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76856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23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FF8A3D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8658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Same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Ten hand-labelled SRM KTR sites cut into 512px tiles; one polygon instance per connected component of the mask.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423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FF8A3D"/>
                </a:solidFill>
                <a:latin typeface="Consolas"/>
              </a:rPr>
              <a:t>350 TILES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35224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81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FF8A3D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449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Same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8152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Trained on the same eight sites; law school and bel block held out entirely — never a random-crop split.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0815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FF8A3D"/>
                </a:solidFill>
                <a:latin typeface="Consolas"/>
              </a:rPr>
              <a:t>8 /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93591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7398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FF8A3D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Same protocol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739896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Pixel IoU / precision / recall / F1 against the hand-drawn labels, identical rasterisation for every engine.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7398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FF8A3D"/>
                </a:solidFill>
                <a:latin typeface="Consolas"/>
              </a:rPr>
              <a:t>1 METRIC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251959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3982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FF8A3D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6168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Same post-processing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39826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YOLO's instance masks are max-merged into one confidence canvas, then vectorised by the same code the U-Net uses.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43982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FF8A3D"/>
                </a:solidFill>
                <a:latin typeface="Consolas"/>
              </a:rPr>
              <a:t>SHARED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910328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56631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FF8A3D"/>
                </a:solidFill>
                <a:latin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020055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Trained on our GPU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056631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YOLO11n-seg, 69 epochs on an RTX 3050 — still improving when we stopped it for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5056631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FF8A3D"/>
                </a:solidFill>
                <a:latin typeface="Consolas"/>
              </a:rPr>
              <a:t>RTX 3050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568695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TEAM INFERICS  /  SIH 2026  /  DETECTOR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1089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3093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04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40">
                <a:solidFill>
                  <a:srgbClr val="FF8A3D"/>
                </a:solidFill>
                <a:latin typeface="Consolas"/>
              </a:rPr>
              <a:t>HELD-OUT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E7EBF2"/>
                </a:solidFill>
                <a:latin typeface="Arial Black"/>
              </a:rPr>
              <a:t>Every engine, one protocol.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31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31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IOU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331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331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31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331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51760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8529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8A3D"/>
                </a:solidFill>
                <a:latin typeface="Arial Black"/>
              </a:rPr>
              <a:t>YOLO11n-seg (trained)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455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8FA0BC"/>
                </a:solidFill>
                <a:latin typeface="Consolas"/>
              </a:rPr>
              <a:t>yolo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8895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FF8A3D"/>
                </a:solidFill>
                <a:latin typeface="Consolas"/>
              </a:rPr>
              <a:t>0.532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8895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FF8A3D"/>
                </a:solidFill>
                <a:latin typeface="Consolas"/>
              </a:rPr>
              <a:t>0.644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8895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FF8A3D"/>
                </a:solidFill>
                <a:latin typeface="Consolas"/>
              </a:rPr>
              <a:t>0.765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895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FF8A3D"/>
                </a:solidFill>
                <a:latin typeface="Consolas"/>
              </a:rPr>
              <a:t>0.694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88950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FF8A3D"/>
                </a:solidFill>
                <a:latin typeface="Consolas"/>
              </a:rPr>
              <a:t>0.71s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19856"/>
            <a:ext cx="11057839" cy="1828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5661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7EBF2"/>
                </a:solidFill>
                <a:latin typeface="Arial Black"/>
              </a:rPr>
              <a:t>U-Net (trained)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587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8FA0BC"/>
                </a:solidFill>
                <a:latin typeface="Consolas"/>
              </a:rPr>
              <a:t>unet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60273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0.525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60273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0.637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60273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0.749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60273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0.689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6027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0.96s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133088"/>
            <a:ext cx="11057839" cy="7315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2793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7EBF2"/>
                </a:solidFill>
                <a:latin typeface="Arial Black"/>
              </a:rPr>
              <a:t>Segment Anything (zero-shot)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5720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8FA0BC"/>
                </a:solidFill>
                <a:latin typeface="Consolas"/>
              </a:rPr>
              <a:t>sam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31596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0.221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31596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0.424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31596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0.315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31596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0.360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31596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8.32s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846320"/>
            <a:ext cx="11057839" cy="7315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9926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7EBF2"/>
                </a:solidFill>
                <a:latin typeface="Arial Black"/>
              </a:rPr>
              <a:t>Classical OpenCV (heuristic)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2852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8FA0BC"/>
                </a:solidFill>
                <a:latin typeface="Consolas"/>
              </a:rPr>
              <a:t>opencv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50292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0.082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50292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0.784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292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0.084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0292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0.151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0292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E7EBF2"/>
                </a:solidFill>
                <a:latin typeface="Consolas"/>
              </a:rPr>
              <a:t>0.04s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5559552"/>
            <a:ext cx="11057839" cy="7315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989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8FA0BC"/>
                </a:solidFill>
                <a:latin typeface="Consolas"/>
              </a:rPr>
              <a:t>Held out: law school · bel block  ·  labels registered by SIFT+RANSAC  ·  device CUDA  ·  reproduce: python -m ml.building_detector.benchmark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TEAM INFERICS  /  SIH 2026  /  DETECTOR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1089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HEAD-TO-HEAD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3093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05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40">
                <a:solidFill>
                  <a:srgbClr val="FF8A3D"/>
                </a:solidFill>
                <a:latin typeface="Consolas"/>
              </a:rPr>
              <a:t>THE SWAP THE JUDGES ASKED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E7EBF2"/>
                </a:solidFill>
                <a:latin typeface="Arial Black"/>
              </a:rPr>
              <a:t>YOLO beats the U-Net — narrowly, and on every metric.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4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7EBF2"/>
                </a:solidFill>
                <a:latin typeface="Arial Black"/>
              </a:rPr>
              <a:t>U-Net (trained)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8036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>
                <a:solidFill>
                  <a:srgbClr val="8FA0BC"/>
                </a:solidFill>
                <a:latin typeface="Arial Black"/>
              </a:rPr>
              <a:t>0.5255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80">
                <a:solidFill>
                  <a:srgbClr val="8FA0BC"/>
                </a:solidFill>
                <a:latin typeface="Consolas"/>
              </a:rPr>
              <a:t>P 0.637   R 0.749   F1 0.689   0.96s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514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7EBF2"/>
                </a:solidFill>
                <a:latin typeface="Arial Black"/>
              </a:rPr>
              <a:t>YOLO11n-seg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88036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>
                <a:solidFill>
                  <a:srgbClr val="FF8A3D"/>
                </a:solidFill>
                <a:latin typeface="Arial Black"/>
              </a:rPr>
              <a:t>0.5320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80">
                <a:solidFill>
                  <a:srgbClr val="8FA0BC"/>
                </a:solidFill>
                <a:latin typeface="Consolas"/>
              </a:rPr>
              <a:t>P 0.644   R 0.765   F1 0.694   0.71s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17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7FD88F"/>
                </a:solidFill>
                <a:latin typeface="Arial Black"/>
              </a:rPr>
              <a:t>+0.0065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spc="120">
                <a:solidFill>
                  <a:srgbClr val="8FA0BC"/>
                </a:solidFill>
                <a:latin typeface="Consolas"/>
              </a:rPr>
              <a:t>+1.2% IoU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70916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8FA0BC"/>
                </a:solidFill>
                <a:latin typeface="Segoe UI"/>
              </a:rPr>
              <a:t>Ahead on both held-out sites and on every metric, at roughly three-quarters of the U-Net's runtime. Read it as parity-plus, not a breakthrough: two held-out sites is a small sample and a 1.2% gap sits inside the noise a different random seed could produce. We would rather say that than overclaim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TEAM INFERICS  /  SIH 2026  /  DETECTOR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1089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RIGOUR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3093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06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40">
                <a:solidFill>
                  <a:srgbClr val="4FD1C5"/>
                </a:solidFill>
                <a:latin typeface="Consolas"/>
              </a:rPr>
              <a:t>WHAT WE DID TO BE 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E7EBF2"/>
                </a:solidFill>
                <a:latin typeface="Arial Black"/>
              </a:rPr>
              <a:t>Tuned symmetrically, then reported honestly.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76856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23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4FD1C5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8658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Threshold sweep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We swept the mask threshold for BOTH trained engines, not just YOLO. The U-Net's existing 0.50 turned out to already be its optimum, so the sweep favoured nobody.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423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4FD1C5"/>
                </a:solidFill>
                <a:latin typeface="Consolas"/>
              </a:rPr>
              <a:t>SYMMETRIC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35224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81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4FD1C5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449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Bigger model tested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8152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YOLO26s-seg trained on a denser 350-tile set scored 0.515 at 59 epochs — below YOLO11n. We report the smaller model because it is the one that actually won.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0815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4FD1C5"/>
                </a:solidFill>
                <a:latin typeface="Consolas"/>
              </a:rPr>
              <a:t>ABLATION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93591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7398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4FD1C5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Nothing tuned on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739896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Confidence and NMS use library defaults. No per-site tuning, no cherry-picked images, no discarded 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7398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4FD1C5"/>
                </a:solidFill>
                <a:latin typeface="Consolas"/>
              </a:rPr>
              <a:t>CLEAN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251959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02920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Every number on our /benchmark page is read from benchmark.json, which the benchmark script writes. There are no hand-typed figures anywhere in the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TEAM INFERICS  /  SIH 2026  /  DETECTOR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1089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3093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60">
                <a:solidFill>
                  <a:srgbClr val="8FA0BC"/>
                </a:solidFill>
                <a:latin typeface="Consolas"/>
              </a:rPr>
              <a:t>07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40">
                <a:solidFill>
                  <a:srgbClr val="FF8A3D"/>
                </a:solidFill>
                <a:latin typeface="Consolas"/>
              </a:rPr>
              <a:t>ALREADY IN 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E7EBF2"/>
                </a:solidFill>
                <a:latin typeface="Arial Black"/>
              </a:rPr>
              <a:t>Live, not a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76856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23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7FD88F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8658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Engine picker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/tool offers U-Net, YOLO and SAM side by side. Upload once, switch detector, compare the overlays on the same image.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423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7FD88F"/>
                </a:solidFill>
                <a:latin typeface="Consolas"/>
              </a:rPr>
              <a:t>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35224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81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7FD88F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449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Benchmark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8152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/benchmark renders the four-way comparison and a U-Net vs YOLO head-to-head that reads the winner from the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0815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7FD88F"/>
                </a:solidFill>
                <a:latin typeface="Consolas"/>
              </a:rPr>
              <a:t>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93591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7398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7FD88F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Reproducible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739896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prepare_yolo.py builds the dataset, infer_yolo.py runs it, benchmark.py scores it. One command regenerates every figure.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7398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7FD88F"/>
                </a:solidFill>
                <a:latin typeface="Consolas"/>
              </a:rPr>
              <a:t>REPO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251959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3982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80">
                <a:solidFill>
                  <a:srgbClr val="7FD88F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6168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7EBF2"/>
                </a:solidFill>
                <a:latin typeface="Arial Black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39826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C"/>
                </a:solidFill>
                <a:latin typeface="Segoe UI"/>
              </a:rPr>
              <a:t>Finish the YOLO26s run, label more sites, and bind parcels to survey numbers via the village cadastral index.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43982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40">
                <a:solidFill>
                  <a:srgbClr val="7FD88F"/>
                </a:solidFill>
                <a:latin typeface="Consolas"/>
              </a:rPr>
              <a:t>ROADMAP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910328"/>
            <a:ext cx="11057839" cy="10972"/>
          </a:xfrm>
          <a:prstGeom prst="rect">
            <a:avLst/>
          </a:prstGeom>
          <a:solidFill>
            <a:srgbClr val="2A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