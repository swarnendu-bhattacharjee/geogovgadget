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883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20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26012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AI-Enabled Automated Cadastral Mapping and Urban Parcel Boundary Extraction using Drone/Satellite Imagery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1600" dirty="0"/>
              <a:t> 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AI-automated   geospatial    property    boundary    mapping</a:t>
            </a:r>
            <a:r>
              <a:rPr lang="en-IN" sz="1600" dirty="0"/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- INFERICS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40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GeoGovGadget</a:t>
            </a:r>
            <a:endParaRPr lang="en-US" sz="4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An AI/GeoAI-based platform that ingests drone imagery, Orthorectified Imagery (ORI), DSM/DTM elevation data, and existing GIS/GNSS datasets, then uses deep learning segmentation (TensorFlow-based U-Net / Mask R-CNN) combined with OpenCV-based classical image processing to automatically extract building footprints, parcel boundaries, roads, and land-use classes. Outputs are converted into topologically valid GIS vector polygons (Shapefile/</a:t>
            </a:r>
            <a:r>
              <a:rPr lang="en-US" sz="2000" dirty="0" err="1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GeoJSON</a:t>
            </a:r>
            <a:r>
              <a:rPr lang="en-US" sz="20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), auto-checked for overlaps/encroachments, and served through a Web-GIS dashboard for human verification. A Raspberry Pi edge unit running TensorFlow Lite enables real-time, on-site preliminary boundary detection directly from field cameras/drones — even with no connectivity.</a:t>
            </a:r>
            <a:endParaRPr lang="en-US" sz="28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7914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INFERICS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2010433"/>
            <a:ext cx="9385300" cy="298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itchFamily="34" charset="0"/>
                <a:cs typeface="Arial" pitchFamily="34" charset="0"/>
              </a:rPr>
              <a:t>Technologies to be used:- </a:t>
            </a:r>
            <a:br>
              <a:rPr lang="en-US" sz="2000" b="1" dirty="0">
                <a:latin typeface="Arial" pitchFamily="34" charset="0"/>
                <a:cs typeface="Arial" pitchFamily="34" charset="0"/>
              </a:rPr>
            </a:br>
            <a:r>
              <a:rPr lang="en-US" sz="2000" b="1" dirty="0">
                <a:latin typeface="Arial" pitchFamily="34" charset="0"/>
                <a:cs typeface="Arial" pitchFamily="34" charset="0"/>
              </a:rPr>
              <a:t>Languages/Frameworks: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Python, TensorFlow/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Keras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, OpenCV, GDAL, Shapely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r>
              <a:rPr lang="en-US" sz="2000" b="1" dirty="0">
                <a:latin typeface="Arial" pitchFamily="34" charset="0"/>
                <a:cs typeface="Arial" pitchFamily="34" charset="0"/>
              </a:rPr>
              <a:t>Models: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U-Net / Mask R-CNN (segmentation), CNN classifier (land-use)-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Hardware (Edge):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Raspberry Pi 4/5 + Camera Module, TensorFlow Lite (quantized models)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r>
              <a:rPr lang="en-US" sz="2000" b="1" dirty="0">
                <a:latin typeface="Arial" pitchFamily="34" charset="0"/>
                <a:cs typeface="Arial" pitchFamily="34" charset="0"/>
              </a:rPr>
              <a:t>GIS Backend: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PostGIS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r>
              <a:rPr lang="en-US" sz="2000" b="1" dirty="0">
                <a:latin typeface="Arial" pitchFamily="34" charset="0"/>
                <a:cs typeface="Arial" pitchFamily="34" charset="0"/>
              </a:rPr>
              <a:t>Web Dashboard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: Leaflet /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Mapbox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+ React/Node backend</a:t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r>
              <a:rPr lang="en-US" sz="2000" b="1" dirty="0">
                <a:latin typeface="Arial" pitchFamily="34" charset="0"/>
                <a:cs typeface="Arial" pitchFamily="34" charset="0"/>
              </a:rPr>
              <a:t>Data Formats: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Shapefile,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GeoJSON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6551B8C9-6D98-7993-1C46-32A6089D97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7914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INFERICS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5905" y="1395246"/>
            <a:ext cx="10551736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 analysis:-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Built entirely on open-source, mature tools (TensorFlow, OpenCV, </a:t>
            </a:r>
            <a:r>
              <a:rPr lang="en-US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PostGIS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— no proprietary dependency- Segmentation architectures (U-Net, Mask R-CNN) are proven for satellite/aerial imagery tasks- Raspberry Pi edge deployment is low-cost (~₹5,000–8,000 per unit) and field-tested hardware- Aligns directly with datasets already used under SVAMITVA (ORI, DSM/DTM, GT data).</a:t>
            </a:r>
            <a:b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b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risks:-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Dense, irregular Indian urban settlements causing overlapping/ambiguous boundaries- Limited labeled training data for Indian-specific cadastral imagery- Edge device compute/battery constraints in the field- Variable imagery quality/resolution across drone survey batches.</a:t>
            </a:r>
            <a:b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b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Strategies for overcoming these challenges:-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Fine-tune models on region-specific imagery with transfer learning; use weak supervision from existing GIS layers to bootstrap labels- Apply model quantization/pruning for efficient Raspberry Pi inference- Use confidence-based human-in-the-loop review to catch and correct ambiguous cases rather than requiring 100% model accuracy- Standardize preprocessing (OpenCV-based normalization) to handle imagery quality variance.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0D4C89A-F2AE-9303-101B-4287B68891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7914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INFERICS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1261035"/>
            <a:ext cx="10084978" cy="4462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impact on target audience:-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Faster, more accurate cadastral records for urban local bodies and the Department of Land Resources- Reduced property disputes through clearer, verified parcel boundaries- Improved efficiency for field surveyors — verification only, not full manual mapping.</a:t>
            </a:r>
            <a:b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solution:-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*Social:* Fewer land disputes, more transparent ownership records, better citizen services</a:t>
            </a:r>
            <a:b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Economic: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Improved property tax assessment accuracy, better-planned infrastructure investment</a:t>
            </a:r>
            <a:b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Governance: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Direct support for SVAMITVA/DILRMP national digitization targets- </a:t>
            </a: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Environmental/Planning: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More accurate land-use data supports sustainable urban planning</a:t>
            </a:r>
            <a:b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Operational: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Drastic reduction (months → weeks) in cadastral survey turnaround time.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3928685A-2076-D8B7-3BC6-156C5945B0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7741" y="120208"/>
            <a:ext cx="147914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INFERICS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55701" y="1324593"/>
            <a:ext cx="93853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SVAMITVA Scheme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— Ministry of Panchayati Raj, Government of India</a:t>
            </a:r>
            <a:b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Digital India Land Records Modernization </a:t>
            </a:r>
            <a:r>
              <a:rPr lang="en-US" sz="2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Programme</a:t>
            </a: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(DILRMP)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— Department of Land Resources</a:t>
            </a:r>
            <a:b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U-Net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Convolutional Networks for Biomedical Image Segmentation (</a:t>
            </a:r>
            <a:r>
              <a:rPr lang="en-US" sz="2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Ronneberger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et al.)</a:t>
            </a:r>
            <a:b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Mask R-CNN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(He et al., Facebook AI Research)</a:t>
            </a:r>
            <a:b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OpenCV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documentation </a:t>
            </a:r>
            <a:r>
              <a:rPr lang="en-US" sz="2400" i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opencv.org</a:t>
            </a:r>
            <a:br>
              <a:rPr lang="en-US" sz="2400" i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TensorFlow/TensorFlow Lite documentation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EA3F5F70-347D-579B-0340-F7F012D3664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7914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INFERICS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7528</TotalTime>
  <Words>657</Words>
  <Application>Microsoft Office PowerPoint</Application>
  <PresentationFormat>Widescreen</PresentationFormat>
  <Paragraphs>45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GeoGovGadget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SAMSON ZACHARIA JOSEPH</cp:lastModifiedBy>
  <cp:revision>151</cp:revision>
  <dcterms:created xsi:type="dcterms:W3CDTF">2013-12-12T18:46:50Z</dcterms:created>
  <dcterms:modified xsi:type="dcterms:W3CDTF">2026-08-25T16:17:46Z</dcterms:modified>
  <cp:category/>
</cp:coreProperties>
</file>